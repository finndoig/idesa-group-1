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0" r:id="rId6"/>
    <p:sldId id="262" r:id="rId7"/>
    <p:sldId id="261" r:id="rId8"/>
  </p:sldIdLst>
  <p:sldSz cx="9601200" cy="128016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DDB9AC-6104-4BFD-86F7-BAD5563BBA21}" v="2" dt="2026-01-05T13:26:37.3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862" y="-2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nn Doig" userId="44681d8a5a07e7f3" providerId="LiveId" clId="{BAA07AE4-7EAE-4D40-BC90-CF5E21C4A9EE}"/>
    <pc:docChg chg="undo custSel addSld modSld sldOrd">
      <pc:chgData name="Finn Doig" userId="44681d8a5a07e7f3" providerId="LiveId" clId="{BAA07AE4-7EAE-4D40-BC90-CF5E21C4A9EE}" dt="2026-01-05T13:50:55.257" v="1039" actId="20577"/>
      <pc:docMkLst>
        <pc:docMk/>
      </pc:docMkLst>
      <pc:sldChg chg="modSp mod">
        <pc:chgData name="Finn Doig" userId="44681d8a5a07e7f3" providerId="LiveId" clId="{BAA07AE4-7EAE-4D40-BC90-CF5E21C4A9EE}" dt="2025-12-10T11:42:59.487" v="333" actId="20577"/>
        <pc:sldMkLst>
          <pc:docMk/>
          <pc:sldMk cId="1484988293" sldId="256"/>
        </pc:sldMkLst>
        <pc:spChg chg="mod">
          <ac:chgData name="Finn Doig" userId="44681d8a5a07e7f3" providerId="LiveId" clId="{BAA07AE4-7EAE-4D40-BC90-CF5E21C4A9EE}" dt="2025-12-10T11:42:59.487" v="333" actId="20577"/>
          <ac:spMkLst>
            <pc:docMk/>
            <pc:sldMk cId="1484988293" sldId="256"/>
            <ac:spMk id="2" creationId="{A1806A94-5C4F-0183-8480-9AE3A247BF68}"/>
          </ac:spMkLst>
        </pc:spChg>
      </pc:sldChg>
      <pc:sldChg chg="addSp delSp modSp mod">
        <pc:chgData name="Finn Doig" userId="44681d8a5a07e7f3" providerId="LiveId" clId="{BAA07AE4-7EAE-4D40-BC90-CF5E21C4A9EE}" dt="2025-12-10T11:34:07.589" v="284" actId="27636"/>
        <pc:sldMkLst>
          <pc:docMk/>
          <pc:sldMk cId="4106430306" sldId="257"/>
        </pc:sldMkLst>
        <pc:spChg chg="mod">
          <ac:chgData name="Finn Doig" userId="44681d8a5a07e7f3" providerId="LiveId" clId="{BAA07AE4-7EAE-4D40-BC90-CF5E21C4A9EE}" dt="2025-12-10T11:26:14.723" v="121" actId="1076"/>
          <ac:spMkLst>
            <pc:docMk/>
            <pc:sldMk cId="4106430306" sldId="257"/>
            <ac:spMk id="2" creationId="{C3159449-1570-0BE1-7203-122E0AE89445}"/>
          </ac:spMkLst>
        </pc:spChg>
        <pc:spChg chg="mod">
          <ac:chgData name="Finn Doig" userId="44681d8a5a07e7f3" providerId="LiveId" clId="{BAA07AE4-7EAE-4D40-BC90-CF5E21C4A9EE}" dt="2025-12-10T11:34:07.589" v="284" actId="27636"/>
          <ac:spMkLst>
            <pc:docMk/>
            <pc:sldMk cId="4106430306" sldId="257"/>
            <ac:spMk id="3" creationId="{7F642EAD-ACBC-C2C8-0DF4-3EBDD16DCEDC}"/>
          </ac:spMkLst>
        </pc:spChg>
        <pc:picChg chg="add mod">
          <ac:chgData name="Finn Doig" userId="44681d8a5a07e7f3" providerId="LiveId" clId="{BAA07AE4-7EAE-4D40-BC90-CF5E21C4A9EE}" dt="2025-12-10T11:24:54.262" v="109" actId="1076"/>
          <ac:picMkLst>
            <pc:docMk/>
            <pc:sldMk cId="4106430306" sldId="257"/>
            <ac:picMk id="4" creationId="{2D6A65B8-3FA8-294E-0C86-71AB2CEE6486}"/>
          </ac:picMkLst>
        </pc:picChg>
        <pc:picChg chg="add mod">
          <ac:chgData name="Finn Doig" userId="44681d8a5a07e7f3" providerId="LiveId" clId="{BAA07AE4-7EAE-4D40-BC90-CF5E21C4A9EE}" dt="2025-12-10T11:24:57.601" v="110" actId="1076"/>
          <ac:picMkLst>
            <pc:docMk/>
            <pc:sldMk cId="4106430306" sldId="257"/>
            <ac:picMk id="6" creationId="{4110203C-33FD-3DAE-E5DC-727128A78F26}"/>
          </ac:picMkLst>
        </pc:picChg>
        <pc:picChg chg="add del mod">
          <ac:chgData name="Finn Doig" userId="44681d8a5a07e7f3" providerId="LiveId" clId="{BAA07AE4-7EAE-4D40-BC90-CF5E21C4A9EE}" dt="2025-12-10T11:25:05.130" v="113" actId="478"/>
          <ac:picMkLst>
            <pc:docMk/>
            <pc:sldMk cId="4106430306" sldId="257"/>
            <ac:picMk id="7" creationId="{8A2354CB-5F6A-C00A-6364-261EFFE865B1}"/>
          </ac:picMkLst>
        </pc:picChg>
      </pc:sldChg>
      <pc:sldChg chg="delSp modSp add mod ord">
        <pc:chgData name="Finn Doig" userId="44681d8a5a07e7f3" providerId="LiveId" clId="{BAA07AE4-7EAE-4D40-BC90-CF5E21C4A9EE}" dt="2025-12-10T11:21:21.439" v="100" actId="20577"/>
        <pc:sldMkLst>
          <pc:docMk/>
          <pc:sldMk cId="293995474" sldId="258"/>
        </pc:sldMkLst>
        <pc:spChg chg="mod">
          <ac:chgData name="Finn Doig" userId="44681d8a5a07e7f3" providerId="LiveId" clId="{BAA07AE4-7EAE-4D40-BC90-CF5E21C4A9EE}" dt="2025-12-10T11:20:53.631" v="70"/>
          <ac:spMkLst>
            <pc:docMk/>
            <pc:sldMk cId="293995474" sldId="258"/>
            <ac:spMk id="2" creationId="{7BADD861-F025-2FCA-9745-8E0C71BD14DB}"/>
          </ac:spMkLst>
        </pc:spChg>
        <pc:spChg chg="mod">
          <ac:chgData name="Finn Doig" userId="44681d8a5a07e7f3" providerId="LiveId" clId="{BAA07AE4-7EAE-4D40-BC90-CF5E21C4A9EE}" dt="2025-12-10T11:21:21.439" v="100" actId="20577"/>
          <ac:spMkLst>
            <pc:docMk/>
            <pc:sldMk cId="293995474" sldId="258"/>
            <ac:spMk id="3" creationId="{57AA5C03-7299-72B2-E215-51DB858D44A0}"/>
          </ac:spMkLst>
        </pc:spChg>
      </pc:sldChg>
      <pc:sldChg chg="modSp add mod ord">
        <pc:chgData name="Finn Doig" userId="44681d8a5a07e7f3" providerId="LiveId" clId="{BAA07AE4-7EAE-4D40-BC90-CF5E21C4A9EE}" dt="2025-12-10T11:38:04.446" v="291" actId="20577"/>
        <pc:sldMkLst>
          <pc:docMk/>
          <pc:sldMk cId="3026130731" sldId="259"/>
        </pc:sldMkLst>
        <pc:spChg chg="mod">
          <ac:chgData name="Finn Doig" userId="44681d8a5a07e7f3" providerId="LiveId" clId="{BAA07AE4-7EAE-4D40-BC90-CF5E21C4A9EE}" dt="2025-12-10T11:38:04.446" v="291" actId="20577"/>
          <ac:spMkLst>
            <pc:docMk/>
            <pc:sldMk cId="3026130731" sldId="259"/>
            <ac:spMk id="2" creationId="{D9F31E99-96E3-1EAA-3364-3487233A5B46}"/>
          </ac:spMkLst>
        </pc:spChg>
        <pc:spChg chg="mod">
          <ac:chgData name="Finn Doig" userId="44681d8a5a07e7f3" providerId="LiveId" clId="{BAA07AE4-7EAE-4D40-BC90-CF5E21C4A9EE}" dt="2025-12-10T11:29:27.995" v="200" actId="12"/>
          <ac:spMkLst>
            <pc:docMk/>
            <pc:sldMk cId="3026130731" sldId="259"/>
            <ac:spMk id="3" creationId="{1127660E-37C6-8E31-DBAB-0CEB848F3D31}"/>
          </ac:spMkLst>
        </pc:spChg>
      </pc:sldChg>
      <pc:sldChg chg="addSp modSp add mod">
        <pc:chgData name="Finn Doig" userId="44681d8a5a07e7f3" providerId="LiveId" clId="{BAA07AE4-7EAE-4D40-BC90-CF5E21C4A9EE}" dt="2026-01-05T13:50:19.726" v="1031" actId="20577"/>
        <pc:sldMkLst>
          <pc:docMk/>
          <pc:sldMk cId="4256421317" sldId="260"/>
        </pc:sldMkLst>
        <pc:spChg chg="mod">
          <ac:chgData name="Finn Doig" userId="44681d8a5a07e7f3" providerId="LiveId" clId="{BAA07AE4-7EAE-4D40-BC90-CF5E21C4A9EE}" dt="2025-12-10T11:42:35.178" v="295"/>
          <ac:spMkLst>
            <pc:docMk/>
            <pc:sldMk cId="4256421317" sldId="260"/>
            <ac:spMk id="2" creationId="{84BEF4AF-0026-8008-97F2-F6B60ADE073B}"/>
          </ac:spMkLst>
        </pc:spChg>
        <pc:spChg chg="mod">
          <ac:chgData name="Finn Doig" userId="44681d8a5a07e7f3" providerId="LiveId" clId="{BAA07AE4-7EAE-4D40-BC90-CF5E21C4A9EE}" dt="2026-01-05T13:50:19.726" v="1031" actId="20577"/>
          <ac:spMkLst>
            <pc:docMk/>
            <pc:sldMk cId="4256421317" sldId="260"/>
            <ac:spMk id="3" creationId="{D4BAE720-4ECD-D404-DC41-E75EC0320152}"/>
          </ac:spMkLst>
        </pc:spChg>
        <pc:picChg chg="add mod">
          <ac:chgData name="Finn Doig" userId="44681d8a5a07e7f3" providerId="LiveId" clId="{BAA07AE4-7EAE-4D40-BC90-CF5E21C4A9EE}" dt="2026-01-05T13:23:43.245" v="897" actId="14100"/>
          <ac:picMkLst>
            <pc:docMk/>
            <pc:sldMk cId="4256421317" sldId="260"/>
            <ac:picMk id="5" creationId="{7D4ED1E9-7AAE-9486-70A4-0A27914B00D3}"/>
          </ac:picMkLst>
        </pc:picChg>
        <pc:picChg chg="add mod">
          <ac:chgData name="Finn Doig" userId="44681d8a5a07e7f3" providerId="LiveId" clId="{BAA07AE4-7EAE-4D40-BC90-CF5E21C4A9EE}" dt="2026-01-05T13:23:49.732" v="899" actId="14100"/>
          <ac:picMkLst>
            <pc:docMk/>
            <pc:sldMk cId="4256421317" sldId="260"/>
            <ac:picMk id="7" creationId="{90FA1E11-6E9F-B8E5-BD43-C7771A216CD6}"/>
          </ac:picMkLst>
        </pc:picChg>
        <pc:picChg chg="add mod">
          <ac:chgData name="Finn Doig" userId="44681d8a5a07e7f3" providerId="LiveId" clId="{BAA07AE4-7EAE-4D40-BC90-CF5E21C4A9EE}" dt="2026-01-05T13:23:59.105" v="901" actId="14100"/>
          <ac:picMkLst>
            <pc:docMk/>
            <pc:sldMk cId="4256421317" sldId="260"/>
            <ac:picMk id="9" creationId="{A4E16204-3ECA-6EE0-4258-059929F0E1CF}"/>
          </ac:picMkLst>
        </pc:picChg>
        <pc:picChg chg="add mod">
          <ac:chgData name="Finn Doig" userId="44681d8a5a07e7f3" providerId="LiveId" clId="{BAA07AE4-7EAE-4D40-BC90-CF5E21C4A9EE}" dt="2026-01-05T13:24:35.432" v="906" actId="1076"/>
          <ac:picMkLst>
            <pc:docMk/>
            <pc:sldMk cId="4256421317" sldId="260"/>
            <ac:picMk id="11" creationId="{65D6B32C-4DB3-4097-3395-E61D4527188C}"/>
          </ac:picMkLst>
        </pc:picChg>
      </pc:sldChg>
      <pc:sldChg chg="modSp new mod">
        <pc:chgData name="Finn Doig" userId="44681d8a5a07e7f3" providerId="LiveId" clId="{BAA07AE4-7EAE-4D40-BC90-CF5E21C4A9EE}" dt="2026-01-04T21:16:08.912" v="640" actId="20577"/>
        <pc:sldMkLst>
          <pc:docMk/>
          <pc:sldMk cId="3236099374" sldId="261"/>
        </pc:sldMkLst>
        <pc:spChg chg="mod">
          <ac:chgData name="Finn Doig" userId="44681d8a5a07e7f3" providerId="LiveId" clId="{BAA07AE4-7EAE-4D40-BC90-CF5E21C4A9EE}" dt="2026-01-04T21:14:37.054" v="351" actId="20577"/>
          <ac:spMkLst>
            <pc:docMk/>
            <pc:sldMk cId="3236099374" sldId="261"/>
            <ac:spMk id="2" creationId="{068AD638-A951-1CCA-5245-626E4D728F7A}"/>
          </ac:spMkLst>
        </pc:spChg>
        <pc:spChg chg="mod">
          <ac:chgData name="Finn Doig" userId="44681d8a5a07e7f3" providerId="LiveId" clId="{BAA07AE4-7EAE-4D40-BC90-CF5E21C4A9EE}" dt="2026-01-04T21:16:08.912" v="640" actId="20577"/>
          <ac:spMkLst>
            <pc:docMk/>
            <pc:sldMk cId="3236099374" sldId="261"/>
            <ac:spMk id="3" creationId="{E169DE9B-4E98-5EEE-3C0D-A6CCAC9E9EDE}"/>
          </ac:spMkLst>
        </pc:spChg>
      </pc:sldChg>
      <pc:sldChg chg="modSp new mod">
        <pc:chgData name="Finn Doig" userId="44681d8a5a07e7f3" providerId="LiveId" clId="{BAA07AE4-7EAE-4D40-BC90-CF5E21C4A9EE}" dt="2026-01-05T13:50:55.257" v="1039" actId="20577"/>
        <pc:sldMkLst>
          <pc:docMk/>
          <pc:sldMk cId="1110981058" sldId="262"/>
        </pc:sldMkLst>
        <pc:spChg chg="mod">
          <ac:chgData name="Finn Doig" userId="44681d8a5a07e7f3" providerId="LiveId" clId="{BAA07AE4-7EAE-4D40-BC90-CF5E21C4A9EE}" dt="2026-01-05T13:26:42.427" v="912" actId="20577"/>
          <ac:spMkLst>
            <pc:docMk/>
            <pc:sldMk cId="1110981058" sldId="262"/>
            <ac:spMk id="2" creationId="{7B096019-EB06-FC87-8EE9-10F819F145CB}"/>
          </ac:spMkLst>
        </pc:spChg>
        <pc:spChg chg="mod">
          <ac:chgData name="Finn Doig" userId="44681d8a5a07e7f3" providerId="LiveId" clId="{BAA07AE4-7EAE-4D40-BC90-CF5E21C4A9EE}" dt="2026-01-05T13:50:55.257" v="1039" actId="20577"/>
          <ac:spMkLst>
            <pc:docMk/>
            <pc:sldMk cId="1110981058" sldId="262"/>
            <ac:spMk id="3" creationId="{190A25E3-C348-61B2-D333-0CC819106A2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0090" y="2095078"/>
            <a:ext cx="8161020" cy="4456853"/>
          </a:xfrm>
        </p:spPr>
        <p:txBody>
          <a:bodyPr anchor="b"/>
          <a:lstStyle>
            <a:lvl1pPr algn="ctr">
              <a:defRPr sz="6300"/>
            </a:lvl1pPr>
          </a:lstStyle>
          <a:p>
            <a:r>
              <a:rPr lang="en-GB"/>
              <a:t>Click to edit Master title style</a:t>
            </a:r>
            <a:endParaRPr lang="en-US" dirty="0"/>
          </a:p>
        </p:txBody>
      </p:sp>
      <p:sp>
        <p:nvSpPr>
          <p:cNvPr id="3" name="Subtitle 2"/>
          <p:cNvSpPr>
            <a:spLocks noGrp="1"/>
          </p:cNvSpPr>
          <p:nvPr>
            <p:ph type="subTitle" idx="1"/>
          </p:nvPr>
        </p:nvSpPr>
        <p:spPr>
          <a:xfrm>
            <a:off x="1200150" y="6723804"/>
            <a:ext cx="7200900" cy="3090756"/>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B311B44-B813-4E1F-881D-BC4B2F645432}" type="datetimeFigureOut">
              <a:rPr lang="en-GB" smtClean="0"/>
              <a:t>04/01/2026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4C8CA56-E4CB-4926-BE6D-3591DB185E5E}" type="slidenum">
              <a:rPr lang="en-GB" smtClean="0"/>
              <a:t>‹#›</a:t>
            </a:fld>
            <a:endParaRPr lang="en-GB"/>
          </a:p>
        </p:txBody>
      </p:sp>
    </p:spTree>
    <p:extLst>
      <p:ext uri="{BB962C8B-B14F-4D97-AF65-F5344CB8AC3E}">
        <p14:creationId xmlns:p14="http://schemas.microsoft.com/office/powerpoint/2010/main" val="2601463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311B44-B813-4E1F-881D-BC4B2F645432}" type="datetimeFigureOut">
              <a:rPr lang="en-GB" smtClean="0"/>
              <a:t>04/01/2026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4C8CA56-E4CB-4926-BE6D-3591DB185E5E}" type="slidenum">
              <a:rPr lang="en-GB" smtClean="0"/>
              <a:t>‹#›</a:t>
            </a:fld>
            <a:endParaRPr lang="en-GB"/>
          </a:p>
        </p:txBody>
      </p:sp>
    </p:spTree>
    <p:extLst>
      <p:ext uri="{BB962C8B-B14F-4D97-AF65-F5344CB8AC3E}">
        <p14:creationId xmlns:p14="http://schemas.microsoft.com/office/powerpoint/2010/main" val="1659434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5082" y="3191514"/>
            <a:ext cx="8281035" cy="5325109"/>
          </a:xfrm>
        </p:spPr>
        <p:txBody>
          <a:bodyPr anchor="b"/>
          <a:lstStyle>
            <a:lvl1pPr>
              <a:defRPr sz="6300"/>
            </a:lvl1pPr>
          </a:lstStyle>
          <a:p>
            <a:r>
              <a:rPr lang="en-GB"/>
              <a:t>Click to edit Master title style</a:t>
            </a:r>
            <a:endParaRPr lang="en-US" dirty="0"/>
          </a:p>
        </p:txBody>
      </p:sp>
      <p:sp>
        <p:nvSpPr>
          <p:cNvPr id="3" name="Text Placeholder 2"/>
          <p:cNvSpPr>
            <a:spLocks noGrp="1"/>
          </p:cNvSpPr>
          <p:nvPr>
            <p:ph type="body" idx="1"/>
          </p:nvPr>
        </p:nvSpPr>
        <p:spPr>
          <a:xfrm>
            <a:off x="655082" y="8567000"/>
            <a:ext cx="8281035" cy="2800349"/>
          </a:xfrm>
        </p:spPr>
        <p:txBody>
          <a:bodyPr/>
          <a:lstStyle>
            <a:lvl1pPr marL="0" indent="0">
              <a:buNone/>
              <a:defRPr sz="2520">
                <a:solidFill>
                  <a:schemeClr val="tx1">
                    <a:tint val="82000"/>
                  </a:schemeClr>
                </a:solidFill>
              </a:defRPr>
            </a:lvl1pPr>
            <a:lvl2pPr marL="480060" indent="0">
              <a:buNone/>
              <a:defRPr sz="2100">
                <a:solidFill>
                  <a:schemeClr val="tx1">
                    <a:tint val="82000"/>
                  </a:schemeClr>
                </a:solidFill>
              </a:defRPr>
            </a:lvl2pPr>
            <a:lvl3pPr marL="960120" indent="0">
              <a:buNone/>
              <a:defRPr sz="1890">
                <a:solidFill>
                  <a:schemeClr val="tx1">
                    <a:tint val="82000"/>
                  </a:schemeClr>
                </a:solidFill>
              </a:defRPr>
            </a:lvl3pPr>
            <a:lvl4pPr marL="1440180" indent="0">
              <a:buNone/>
              <a:defRPr sz="1680">
                <a:solidFill>
                  <a:schemeClr val="tx1">
                    <a:tint val="82000"/>
                  </a:schemeClr>
                </a:solidFill>
              </a:defRPr>
            </a:lvl4pPr>
            <a:lvl5pPr marL="1920240" indent="0">
              <a:buNone/>
              <a:defRPr sz="1680">
                <a:solidFill>
                  <a:schemeClr val="tx1">
                    <a:tint val="82000"/>
                  </a:schemeClr>
                </a:solidFill>
              </a:defRPr>
            </a:lvl5pPr>
            <a:lvl6pPr marL="2400300" indent="0">
              <a:buNone/>
              <a:defRPr sz="1680">
                <a:solidFill>
                  <a:schemeClr val="tx1">
                    <a:tint val="82000"/>
                  </a:schemeClr>
                </a:solidFill>
              </a:defRPr>
            </a:lvl6pPr>
            <a:lvl7pPr marL="2880360" indent="0">
              <a:buNone/>
              <a:defRPr sz="1680">
                <a:solidFill>
                  <a:schemeClr val="tx1">
                    <a:tint val="82000"/>
                  </a:schemeClr>
                </a:solidFill>
              </a:defRPr>
            </a:lvl7pPr>
            <a:lvl8pPr marL="3360420" indent="0">
              <a:buNone/>
              <a:defRPr sz="1680">
                <a:solidFill>
                  <a:schemeClr val="tx1">
                    <a:tint val="82000"/>
                  </a:schemeClr>
                </a:solidFill>
              </a:defRPr>
            </a:lvl8pPr>
            <a:lvl9pPr marL="3840480" indent="0">
              <a:buNone/>
              <a:defRPr sz="168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311B44-B813-4E1F-881D-BC4B2F645432}" type="datetimeFigureOut">
              <a:rPr lang="en-GB" smtClean="0"/>
              <a:t>04/01/2026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4C8CA56-E4CB-4926-BE6D-3591DB185E5E}" type="slidenum">
              <a:rPr lang="en-GB" smtClean="0"/>
              <a:t>‹#›</a:t>
            </a:fld>
            <a:endParaRPr lang="en-GB"/>
          </a:p>
        </p:txBody>
      </p:sp>
    </p:spTree>
    <p:extLst>
      <p:ext uri="{BB962C8B-B14F-4D97-AF65-F5344CB8AC3E}">
        <p14:creationId xmlns:p14="http://schemas.microsoft.com/office/powerpoint/2010/main" val="2076791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60083" y="3407833"/>
            <a:ext cx="4080510" cy="81224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860608" y="3407833"/>
            <a:ext cx="4080510" cy="81224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B311B44-B813-4E1F-881D-BC4B2F645432}" type="datetimeFigureOut">
              <a:rPr lang="en-GB" smtClean="0"/>
              <a:t>04/01/2026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4C8CA56-E4CB-4926-BE6D-3591DB185E5E}" type="slidenum">
              <a:rPr lang="en-GB" smtClean="0"/>
              <a:t>‹#›</a:t>
            </a:fld>
            <a:endParaRPr lang="en-GB"/>
          </a:p>
        </p:txBody>
      </p:sp>
    </p:spTree>
    <p:extLst>
      <p:ext uri="{BB962C8B-B14F-4D97-AF65-F5344CB8AC3E}">
        <p14:creationId xmlns:p14="http://schemas.microsoft.com/office/powerpoint/2010/main" val="1439747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61333" y="681570"/>
            <a:ext cx="8281035" cy="2474384"/>
          </a:xfrm>
        </p:spPr>
        <p:txBody>
          <a:bodyPr/>
          <a:lstStyle/>
          <a:p>
            <a:r>
              <a:rPr lang="en-GB"/>
              <a:t>Click to edit Master title style</a:t>
            </a:r>
            <a:endParaRPr lang="en-US" dirty="0"/>
          </a:p>
        </p:txBody>
      </p:sp>
      <p:sp>
        <p:nvSpPr>
          <p:cNvPr id="3" name="Text Placeholder 2"/>
          <p:cNvSpPr>
            <a:spLocks noGrp="1"/>
          </p:cNvSpPr>
          <p:nvPr>
            <p:ph type="body" idx="1"/>
          </p:nvPr>
        </p:nvSpPr>
        <p:spPr>
          <a:xfrm>
            <a:off x="661334" y="3138171"/>
            <a:ext cx="4061757"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GB"/>
              <a:t>Click to edit Master text styles</a:t>
            </a:r>
          </a:p>
        </p:txBody>
      </p:sp>
      <p:sp>
        <p:nvSpPr>
          <p:cNvPr id="4" name="Content Placeholder 3"/>
          <p:cNvSpPr>
            <a:spLocks noGrp="1"/>
          </p:cNvSpPr>
          <p:nvPr>
            <p:ph sz="half" idx="2"/>
          </p:nvPr>
        </p:nvSpPr>
        <p:spPr>
          <a:xfrm>
            <a:off x="661334" y="4676140"/>
            <a:ext cx="4061757" cy="68778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860608" y="3138171"/>
            <a:ext cx="4081761"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GB"/>
              <a:t>Click to edit Master text styles</a:t>
            </a:r>
          </a:p>
        </p:txBody>
      </p:sp>
      <p:sp>
        <p:nvSpPr>
          <p:cNvPr id="6" name="Content Placeholder 5"/>
          <p:cNvSpPr>
            <a:spLocks noGrp="1"/>
          </p:cNvSpPr>
          <p:nvPr>
            <p:ph sz="quarter" idx="4"/>
          </p:nvPr>
        </p:nvSpPr>
        <p:spPr>
          <a:xfrm>
            <a:off x="4860608" y="4676140"/>
            <a:ext cx="4081761" cy="68778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B311B44-B813-4E1F-881D-BC4B2F645432}" type="datetimeFigureOut">
              <a:rPr lang="en-GB" smtClean="0"/>
              <a:t>04/01/2026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4C8CA56-E4CB-4926-BE6D-3591DB185E5E}" type="slidenum">
              <a:rPr lang="en-GB" smtClean="0"/>
              <a:t>‹#›</a:t>
            </a:fld>
            <a:endParaRPr lang="en-GB"/>
          </a:p>
        </p:txBody>
      </p:sp>
    </p:spTree>
    <p:extLst>
      <p:ext uri="{BB962C8B-B14F-4D97-AF65-F5344CB8AC3E}">
        <p14:creationId xmlns:p14="http://schemas.microsoft.com/office/powerpoint/2010/main" val="3543674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B311B44-B813-4E1F-881D-BC4B2F645432}" type="datetimeFigureOut">
              <a:rPr lang="en-GB" smtClean="0"/>
              <a:t>04/01/2026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4C8CA56-E4CB-4926-BE6D-3591DB185E5E}" type="slidenum">
              <a:rPr lang="en-GB" smtClean="0"/>
              <a:t>‹#›</a:t>
            </a:fld>
            <a:endParaRPr lang="en-GB"/>
          </a:p>
        </p:txBody>
      </p:sp>
    </p:spTree>
    <p:extLst>
      <p:ext uri="{BB962C8B-B14F-4D97-AF65-F5344CB8AC3E}">
        <p14:creationId xmlns:p14="http://schemas.microsoft.com/office/powerpoint/2010/main" val="749573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311B44-B813-4E1F-881D-BC4B2F645432}" type="datetimeFigureOut">
              <a:rPr lang="en-GB" smtClean="0"/>
              <a:t>04/01/2026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4C8CA56-E4CB-4926-BE6D-3591DB185E5E}" type="slidenum">
              <a:rPr lang="en-GB" smtClean="0"/>
              <a:t>‹#›</a:t>
            </a:fld>
            <a:endParaRPr lang="en-GB"/>
          </a:p>
        </p:txBody>
      </p:sp>
    </p:spTree>
    <p:extLst>
      <p:ext uri="{BB962C8B-B14F-4D97-AF65-F5344CB8AC3E}">
        <p14:creationId xmlns:p14="http://schemas.microsoft.com/office/powerpoint/2010/main" val="2351763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en-GB"/>
              <a:t>Click to edit Master title style</a:t>
            </a:r>
            <a:endParaRPr lang="en-US" dirty="0"/>
          </a:p>
        </p:txBody>
      </p:sp>
      <p:sp>
        <p:nvSpPr>
          <p:cNvPr id="3" name="Content Placeholder 2"/>
          <p:cNvSpPr>
            <a:spLocks noGrp="1"/>
          </p:cNvSpPr>
          <p:nvPr>
            <p:ph idx="1"/>
          </p:nvPr>
        </p:nvSpPr>
        <p:spPr>
          <a:xfrm>
            <a:off x="4081760" y="1843196"/>
            <a:ext cx="4860608" cy="9097433"/>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GB"/>
              <a:t>Click to edit Master text styles</a:t>
            </a:r>
          </a:p>
        </p:txBody>
      </p:sp>
      <p:sp>
        <p:nvSpPr>
          <p:cNvPr id="5" name="Date Placeholder 4"/>
          <p:cNvSpPr>
            <a:spLocks noGrp="1"/>
          </p:cNvSpPr>
          <p:nvPr>
            <p:ph type="dt" sz="half" idx="10"/>
          </p:nvPr>
        </p:nvSpPr>
        <p:spPr/>
        <p:txBody>
          <a:bodyPr/>
          <a:lstStyle/>
          <a:p>
            <a:fld id="{5B311B44-B813-4E1F-881D-BC4B2F645432}" type="datetimeFigureOut">
              <a:rPr lang="en-GB" smtClean="0"/>
              <a:t>04/01/2026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4C8CA56-E4CB-4926-BE6D-3591DB185E5E}" type="slidenum">
              <a:rPr lang="en-GB" smtClean="0"/>
              <a:t>‹#›</a:t>
            </a:fld>
            <a:endParaRPr lang="en-GB"/>
          </a:p>
        </p:txBody>
      </p:sp>
    </p:spTree>
    <p:extLst>
      <p:ext uri="{BB962C8B-B14F-4D97-AF65-F5344CB8AC3E}">
        <p14:creationId xmlns:p14="http://schemas.microsoft.com/office/powerpoint/2010/main" val="1146259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en-GB"/>
              <a:t>Click to edit Master title style</a:t>
            </a:r>
            <a:endParaRPr lang="en-US" dirty="0"/>
          </a:p>
        </p:txBody>
      </p:sp>
      <p:sp>
        <p:nvSpPr>
          <p:cNvPr id="3" name="Picture Placeholder 2"/>
          <p:cNvSpPr>
            <a:spLocks noGrp="1" noChangeAspect="1"/>
          </p:cNvSpPr>
          <p:nvPr>
            <p:ph type="pic" idx="1"/>
          </p:nvPr>
        </p:nvSpPr>
        <p:spPr>
          <a:xfrm>
            <a:off x="4081760" y="1843196"/>
            <a:ext cx="4860608" cy="9097433"/>
          </a:xfrm>
        </p:spPr>
        <p:txBody>
          <a:bodyPr anchor="t"/>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r>
              <a:rPr lang="en-GB"/>
              <a:t>Click icon to add picture</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GB"/>
              <a:t>Click to edit Master text styles</a:t>
            </a:r>
          </a:p>
        </p:txBody>
      </p:sp>
      <p:sp>
        <p:nvSpPr>
          <p:cNvPr id="5" name="Date Placeholder 4"/>
          <p:cNvSpPr>
            <a:spLocks noGrp="1"/>
          </p:cNvSpPr>
          <p:nvPr>
            <p:ph type="dt" sz="half" idx="10"/>
          </p:nvPr>
        </p:nvSpPr>
        <p:spPr/>
        <p:txBody>
          <a:bodyPr/>
          <a:lstStyle/>
          <a:p>
            <a:fld id="{5B311B44-B813-4E1F-881D-BC4B2F645432}" type="datetimeFigureOut">
              <a:rPr lang="en-GB" smtClean="0"/>
              <a:t>04/01/2026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4C8CA56-E4CB-4926-BE6D-3591DB185E5E}" type="slidenum">
              <a:rPr lang="en-GB" smtClean="0"/>
              <a:t>‹#›</a:t>
            </a:fld>
            <a:endParaRPr lang="en-GB"/>
          </a:p>
        </p:txBody>
      </p:sp>
    </p:spTree>
    <p:extLst>
      <p:ext uri="{BB962C8B-B14F-4D97-AF65-F5344CB8AC3E}">
        <p14:creationId xmlns:p14="http://schemas.microsoft.com/office/powerpoint/2010/main" val="3265370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311B44-B813-4E1F-881D-BC4B2F645432}" type="datetimeFigureOut">
              <a:rPr lang="en-GB" smtClean="0"/>
              <a:t>04/01/2026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4C8CA56-E4CB-4926-BE6D-3591DB185E5E}" type="slidenum">
              <a:rPr lang="en-GB" smtClean="0"/>
              <a:t>‹#›</a:t>
            </a:fld>
            <a:endParaRPr lang="en-GB"/>
          </a:p>
        </p:txBody>
      </p:sp>
    </p:spTree>
    <p:extLst>
      <p:ext uri="{BB962C8B-B14F-4D97-AF65-F5344CB8AC3E}">
        <p14:creationId xmlns:p14="http://schemas.microsoft.com/office/powerpoint/2010/main" val="4015714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0859" y="681567"/>
            <a:ext cx="2070259" cy="1084876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60083" y="681567"/>
            <a:ext cx="6090761" cy="1084876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311B44-B813-4E1F-881D-BC4B2F645432}" type="datetimeFigureOut">
              <a:rPr lang="en-GB" smtClean="0"/>
              <a:t>04/01/2026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4C8CA56-E4CB-4926-BE6D-3591DB185E5E}" type="slidenum">
              <a:rPr lang="en-GB" smtClean="0"/>
              <a:t>‹#›</a:t>
            </a:fld>
            <a:endParaRPr lang="en-GB"/>
          </a:p>
        </p:txBody>
      </p:sp>
    </p:spTree>
    <p:extLst>
      <p:ext uri="{BB962C8B-B14F-4D97-AF65-F5344CB8AC3E}">
        <p14:creationId xmlns:p14="http://schemas.microsoft.com/office/powerpoint/2010/main" val="3255824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083" y="681570"/>
            <a:ext cx="8281035" cy="2474384"/>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60083" y="11865189"/>
            <a:ext cx="2160270" cy="681567"/>
          </a:xfrm>
          <a:prstGeom prst="rect">
            <a:avLst/>
          </a:prstGeom>
        </p:spPr>
        <p:txBody>
          <a:bodyPr vert="horz" lIns="91440" tIns="45720" rIns="91440" bIns="45720" rtlCol="0" anchor="ctr"/>
          <a:lstStyle>
            <a:lvl1pPr algn="l">
              <a:defRPr sz="1260">
                <a:solidFill>
                  <a:schemeClr val="tx1">
                    <a:tint val="82000"/>
                  </a:schemeClr>
                </a:solidFill>
              </a:defRPr>
            </a:lvl1pPr>
          </a:lstStyle>
          <a:p>
            <a:fld id="{5B311B44-B813-4E1F-881D-BC4B2F645432}" type="datetimeFigureOut">
              <a:rPr lang="en-GB" smtClean="0"/>
              <a:t>04/01/2026</a:t>
            </a:fld>
            <a:endParaRPr lang="en-GB"/>
          </a:p>
        </p:txBody>
      </p:sp>
      <p:sp>
        <p:nvSpPr>
          <p:cNvPr id="5" name="Footer Placeholder 4"/>
          <p:cNvSpPr>
            <a:spLocks noGrp="1"/>
          </p:cNvSpPr>
          <p:nvPr>
            <p:ph type="ftr" sz="quarter" idx="3"/>
          </p:nvPr>
        </p:nvSpPr>
        <p:spPr>
          <a:xfrm>
            <a:off x="3180398" y="11865189"/>
            <a:ext cx="3240405" cy="681567"/>
          </a:xfrm>
          <a:prstGeom prst="rect">
            <a:avLst/>
          </a:prstGeom>
        </p:spPr>
        <p:txBody>
          <a:bodyPr vert="horz" lIns="91440" tIns="45720" rIns="91440" bIns="45720" rtlCol="0" anchor="ctr"/>
          <a:lstStyle>
            <a:lvl1pPr algn="ctr">
              <a:defRPr sz="126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6780848" y="11865189"/>
            <a:ext cx="2160270" cy="681567"/>
          </a:xfrm>
          <a:prstGeom prst="rect">
            <a:avLst/>
          </a:prstGeom>
        </p:spPr>
        <p:txBody>
          <a:bodyPr vert="horz" lIns="91440" tIns="45720" rIns="91440" bIns="45720" rtlCol="0" anchor="ctr"/>
          <a:lstStyle>
            <a:lvl1pPr algn="r">
              <a:defRPr sz="1260">
                <a:solidFill>
                  <a:schemeClr val="tx1">
                    <a:tint val="82000"/>
                  </a:schemeClr>
                </a:solidFill>
              </a:defRPr>
            </a:lvl1pPr>
          </a:lstStyle>
          <a:p>
            <a:fld id="{B4C8CA56-E4CB-4926-BE6D-3591DB185E5E}" type="slidenum">
              <a:rPr lang="en-GB" smtClean="0"/>
              <a:t>‹#›</a:t>
            </a:fld>
            <a:endParaRPr lang="en-GB"/>
          </a:p>
        </p:txBody>
      </p:sp>
    </p:spTree>
    <p:extLst>
      <p:ext uri="{BB962C8B-B14F-4D97-AF65-F5344CB8AC3E}">
        <p14:creationId xmlns:p14="http://schemas.microsoft.com/office/powerpoint/2010/main" val="29696938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06A94-5C4F-0183-8480-9AE3A247BF68}"/>
              </a:ext>
            </a:extLst>
          </p:cNvPr>
          <p:cNvSpPr>
            <a:spLocks noGrp="1"/>
          </p:cNvSpPr>
          <p:nvPr>
            <p:ph type="ctrTitle"/>
          </p:nvPr>
        </p:nvSpPr>
        <p:spPr/>
        <p:txBody>
          <a:bodyPr/>
          <a:lstStyle/>
          <a:p>
            <a:r>
              <a:rPr lang="en-GB" dirty="0"/>
              <a:t>[insert shared logbook early stages]</a:t>
            </a:r>
          </a:p>
        </p:txBody>
      </p:sp>
      <p:sp>
        <p:nvSpPr>
          <p:cNvPr id="3" name="Subtitle 2">
            <a:extLst>
              <a:ext uri="{FF2B5EF4-FFF2-40B4-BE49-F238E27FC236}">
                <a16:creationId xmlns:a16="http://schemas.microsoft.com/office/drawing/2014/main" id="{C9DD37AA-1189-F772-209A-208F3930468A}"/>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484988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52318-756C-0197-A96D-D14648E17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DD861-F025-2FCA-9745-8E0C71BD14DB}"/>
              </a:ext>
            </a:extLst>
          </p:cNvPr>
          <p:cNvSpPr>
            <a:spLocks noGrp="1"/>
          </p:cNvSpPr>
          <p:nvPr>
            <p:ph type="title"/>
          </p:nvPr>
        </p:nvSpPr>
        <p:spPr/>
        <p:txBody>
          <a:bodyPr/>
          <a:lstStyle/>
          <a:p>
            <a:r>
              <a:rPr lang="en-US" b="1" dirty="0"/>
              <a:t>Logbook Entry 3 — 08/12 — 12:42</a:t>
            </a:r>
            <a:endParaRPr lang="en-US" dirty="0"/>
          </a:p>
        </p:txBody>
      </p:sp>
      <p:sp>
        <p:nvSpPr>
          <p:cNvPr id="3" name="Content Placeholder 2">
            <a:extLst>
              <a:ext uri="{FF2B5EF4-FFF2-40B4-BE49-F238E27FC236}">
                <a16:creationId xmlns:a16="http://schemas.microsoft.com/office/drawing/2014/main" id="{57AA5C03-7299-72B2-E215-51DB858D44A0}"/>
              </a:ext>
            </a:extLst>
          </p:cNvPr>
          <p:cNvSpPr>
            <a:spLocks noGrp="1"/>
          </p:cNvSpPr>
          <p:nvPr>
            <p:ph idx="1"/>
          </p:nvPr>
        </p:nvSpPr>
        <p:spPr/>
        <p:txBody>
          <a:bodyPr>
            <a:normAutofit fontScale="92500" lnSpcReduction="20000"/>
          </a:bodyPr>
          <a:lstStyle/>
          <a:p>
            <a:pPr marL="0" indent="0">
              <a:buNone/>
            </a:pPr>
            <a:r>
              <a:rPr lang="en-US" b="1" dirty="0"/>
              <a:t>Title: Defining Group Roles and Subsystem Requirements</a:t>
            </a:r>
            <a:endParaRPr lang="en-US" dirty="0"/>
          </a:p>
          <a:p>
            <a:pPr marL="0" indent="0">
              <a:buNone/>
            </a:pPr>
            <a:r>
              <a:rPr lang="en-US" b="1" dirty="0"/>
              <a:t>Overview:</a:t>
            </a:r>
            <a:br>
              <a:rPr lang="en-US" dirty="0"/>
            </a:br>
            <a:r>
              <a:rPr lang="en-US" dirty="0"/>
              <a:t>After we established the main system requirements and the overall direction for the project, including initial flowcharts and architectural models, we moved on to clearly designating our group roles and breaking down the system into subsystems.</a:t>
            </a:r>
          </a:p>
          <a:p>
            <a:pPr marL="0" indent="0">
              <a:buNone/>
            </a:pPr>
            <a:r>
              <a:rPr lang="en-US" b="1" dirty="0"/>
              <a:t>1. Assigning Roles and Responsibilities</a:t>
            </a:r>
            <a:br>
              <a:rPr lang="en-US" dirty="0"/>
            </a:br>
            <a:r>
              <a:rPr lang="en-US" dirty="0"/>
              <a:t>We defined who would handle which parts of the system. My responsibility is the Python camera subsystem. This means I’ll be focusing on setting up the image processing, detection logic, and the communication of results back to the Raspberry Pi.</a:t>
            </a:r>
          </a:p>
          <a:p>
            <a:pPr marL="0" indent="0">
              <a:buNone/>
            </a:pPr>
            <a:r>
              <a:rPr lang="en-US" b="1" dirty="0"/>
              <a:t>2. Outlining Subsystem Requirements</a:t>
            </a:r>
            <a:br>
              <a:rPr lang="en-US" dirty="0"/>
            </a:br>
            <a:r>
              <a:rPr lang="en-US" dirty="0"/>
              <a:t>My first task within the Python camera subsystem is to come up with a detailed list of its specific requirements and specifications. This will help guide the implementation and ensure that the camera’s detection logic meets the overall system goals.</a:t>
            </a:r>
          </a:p>
          <a:p>
            <a:pPr marL="0" indent="0">
              <a:buNone/>
            </a:pPr>
            <a:endParaRPr lang="en-US" dirty="0"/>
          </a:p>
          <a:p>
            <a:pPr marL="0" indent="0">
              <a:buNone/>
            </a:pPr>
            <a:endParaRPr lang="en-US" dirty="0"/>
          </a:p>
          <a:p>
            <a:pPr marL="0" indent="0">
              <a:buNone/>
            </a:pPr>
            <a:endParaRPr lang="en-US" dirty="0"/>
          </a:p>
          <a:p>
            <a:pPr marL="0" indent="0">
              <a:buNone/>
            </a:pPr>
            <a:r>
              <a:rPr lang="en-US" dirty="0"/>
              <a:t>[insert table]</a:t>
            </a:r>
          </a:p>
          <a:p>
            <a:pPr marL="0" indent="0">
              <a:buNone/>
            </a:pPr>
            <a:endParaRPr lang="en-US" dirty="0"/>
          </a:p>
        </p:txBody>
      </p:sp>
    </p:spTree>
    <p:extLst>
      <p:ext uri="{BB962C8B-B14F-4D97-AF65-F5344CB8AC3E}">
        <p14:creationId xmlns:p14="http://schemas.microsoft.com/office/powerpoint/2010/main" val="293995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59449-1570-0BE1-7203-122E0AE89445}"/>
              </a:ext>
            </a:extLst>
          </p:cNvPr>
          <p:cNvSpPr>
            <a:spLocks noGrp="1"/>
          </p:cNvSpPr>
          <p:nvPr>
            <p:ph type="title"/>
          </p:nvPr>
        </p:nvSpPr>
        <p:spPr>
          <a:xfrm>
            <a:off x="660082" y="300316"/>
            <a:ext cx="8281035" cy="2474384"/>
          </a:xfrm>
        </p:spPr>
        <p:txBody>
          <a:bodyPr/>
          <a:lstStyle/>
          <a:p>
            <a:r>
              <a:rPr lang="en-US" b="1" dirty="0"/>
              <a:t>Logbook Entry 4 — 08/12 — 16:33</a:t>
            </a:r>
            <a:endParaRPr lang="en-US" dirty="0"/>
          </a:p>
        </p:txBody>
      </p:sp>
      <p:sp>
        <p:nvSpPr>
          <p:cNvPr id="3" name="Content Placeholder 2">
            <a:extLst>
              <a:ext uri="{FF2B5EF4-FFF2-40B4-BE49-F238E27FC236}">
                <a16:creationId xmlns:a16="http://schemas.microsoft.com/office/drawing/2014/main" id="{7F642EAD-ACBC-C2C8-0DF4-3EBDD16DCEDC}"/>
              </a:ext>
            </a:extLst>
          </p:cNvPr>
          <p:cNvSpPr>
            <a:spLocks noGrp="1"/>
          </p:cNvSpPr>
          <p:nvPr>
            <p:ph idx="1"/>
          </p:nvPr>
        </p:nvSpPr>
        <p:spPr>
          <a:xfrm>
            <a:off x="660082" y="2339550"/>
            <a:ext cx="8281035" cy="7627811"/>
          </a:xfrm>
        </p:spPr>
        <p:txBody>
          <a:bodyPr>
            <a:normAutofit fontScale="70000" lnSpcReduction="20000"/>
          </a:bodyPr>
          <a:lstStyle/>
          <a:p>
            <a:pPr marL="0" indent="0">
              <a:buNone/>
            </a:pPr>
            <a:r>
              <a:rPr lang="en-US" b="1" dirty="0"/>
              <a:t>Title: Initial Repo Setup and Input Testing Script</a:t>
            </a:r>
            <a:endParaRPr lang="en-US" dirty="0"/>
          </a:p>
          <a:p>
            <a:pPr marL="0" indent="0">
              <a:buNone/>
            </a:pPr>
            <a:r>
              <a:rPr lang="en-US" b="1" dirty="0"/>
              <a:t>Overview:</a:t>
            </a:r>
            <a:br>
              <a:rPr lang="en-US" dirty="0"/>
            </a:br>
            <a:r>
              <a:rPr lang="en-US" dirty="0"/>
              <a:t>With the group roles set, I turned my attention to the practical side of my subsystem. Since we hadn’t yet fully defined the exact signals I’d need to send to the Pi for controlling the ball’s movement, I decided to start by getting my development environment ready.</a:t>
            </a:r>
          </a:p>
          <a:p>
            <a:pPr marL="0" indent="0">
              <a:buNone/>
            </a:pPr>
            <a:r>
              <a:rPr lang="en-US" b="1" dirty="0"/>
              <a:t>1. Setting Up the GitHub Repository and VS Code Workspace</a:t>
            </a:r>
            <a:br>
              <a:rPr lang="en-US" dirty="0"/>
            </a:br>
            <a:r>
              <a:rPr lang="en-US" dirty="0"/>
              <a:t>I created a new GitHub repository for the Python code and set up a dedicated folder on my machine to work from in Visual Studio Code. This ensured I had version control in place from the start and a clean environment to build and test my scripts.</a:t>
            </a:r>
          </a:p>
          <a:p>
            <a:pPr marL="0" indent="0">
              <a:buNone/>
            </a:pPr>
            <a:r>
              <a:rPr lang="en-US" b="1" dirty="0"/>
              <a:t>2. Writing the First Test Script (test.py)</a:t>
            </a:r>
            <a:br>
              <a:rPr lang="en-US" dirty="0"/>
            </a:br>
            <a:r>
              <a:rPr lang="en-US" dirty="0"/>
              <a:t>To begin understanding how to handle inputs and eventually translate them into signals, I created a test script called test.py. The goal of this script was simple: when I pressed certain keys (like arrow keys), the script would display the name of the key being pressed. If no key was pressed, it would display “no input.” This was to ensure I could detect and handle the correct input states before converting these inputs into signals for the Pi.</a:t>
            </a:r>
          </a:p>
          <a:p>
            <a:pPr marL="0" indent="0">
              <a:buNone/>
            </a:pPr>
            <a:r>
              <a:rPr lang="en-US" b="1" dirty="0"/>
              <a:t>3. Purpose of the Input Test</a:t>
            </a:r>
            <a:br>
              <a:rPr lang="en-US" dirty="0"/>
            </a:br>
            <a:r>
              <a:rPr lang="en-US" dirty="0"/>
              <a:t>This step allowed me to verify that the Python script could reliably read and interpret keyboard inputs. Once confirmed, I could then use this input handling logic as the basis for generating the commands that would be sent to the Pi to achieve the desired manual inputs outlined in </a:t>
            </a:r>
            <a:r>
              <a:rPr lang="en-US" b="1" dirty="0"/>
              <a:t>Subsystem Requirement 8 “8. System must be able to communicate manual motion inputs to robot”</a:t>
            </a:r>
          </a:p>
          <a:p>
            <a:pPr marL="0" indent="0">
              <a:buNone/>
            </a:pPr>
            <a:endParaRPr lang="en-US" dirty="0"/>
          </a:p>
          <a:p>
            <a:pPr marL="0" indent="0">
              <a:buNone/>
            </a:pPr>
            <a:r>
              <a:rPr lang="en-US" dirty="0"/>
              <a:t>Version 1 output:				Version 2 output:</a:t>
            </a:r>
          </a:p>
        </p:txBody>
      </p:sp>
      <p:pic>
        <p:nvPicPr>
          <p:cNvPr id="7" name="Picture 6">
            <a:extLst>
              <a:ext uri="{FF2B5EF4-FFF2-40B4-BE49-F238E27FC236}">
                <a16:creationId xmlns:a16="http://schemas.microsoft.com/office/drawing/2014/main" id="{8A2354CB-5F6A-C00A-6364-261EFFE865B1}"/>
              </a:ext>
            </a:extLst>
          </p:cNvPr>
          <p:cNvPicPr>
            <a:picLocks noChangeAspect="1"/>
          </p:cNvPicPr>
          <p:nvPr/>
        </p:nvPicPr>
        <p:blipFill>
          <a:blip r:embed="rId2"/>
          <a:stretch>
            <a:fillRect/>
          </a:stretch>
        </p:blipFill>
        <p:spPr>
          <a:xfrm>
            <a:off x="4508932" y="9967362"/>
            <a:ext cx="4432185" cy="855938"/>
          </a:xfrm>
          <a:prstGeom prst="rect">
            <a:avLst/>
          </a:prstGeom>
        </p:spPr>
      </p:pic>
      <p:pic>
        <p:nvPicPr>
          <p:cNvPr id="4" name="Picture 3">
            <a:extLst>
              <a:ext uri="{FF2B5EF4-FFF2-40B4-BE49-F238E27FC236}">
                <a16:creationId xmlns:a16="http://schemas.microsoft.com/office/drawing/2014/main" id="{2D6A65B8-3FA8-294E-0C86-71AB2CEE6486}"/>
              </a:ext>
            </a:extLst>
          </p:cNvPr>
          <p:cNvPicPr>
            <a:picLocks noChangeAspect="1"/>
          </p:cNvPicPr>
          <p:nvPr/>
        </p:nvPicPr>
        <p:blipFill>
          <a:blip r:embed="rId3"/>
          <a:stretch>
            <a:fillRect/>
          </a:stretch>
        </p:blipFill>
        <p:spPr>
          <a:xfrm>
            <a:off x="660082" y="10034080"/>
            <a:ext cx="3419167" cy="1891581"/>
          </a:xfrm>
          <a:prstGeom prst="rect">
            <a:avLst/>
          </a:prstGeom>
        </p:spPr>
      </p:pic>
      <p:pic>
        <p:nvPicPr>
          <p:cNvPr id="6" name="Picture 5">
            <a:extLst>
              <a:ext uri="{FF2B5EF4-FFF2-40B4-BE49-F238E27FC236}">
                <a16:creationId xmlns:a16="http://schemas.microsoft.com/office/drawing/2014/main" id="{4110203C-33FD-3DAE-E5DC-727128A78F26}"/>
              </a:ext>
            </a:extLst>
          </p:cNvPr>
          <p:cNvPicPr>
            <a:picLocks noChangeAspect="1"/>
          </p:cNvPicPr>
          <p:nvPr/>
        </p:nvPicPr>
        <p:blipFill>
          <a:blip r:embed="rId4"/>
          <a:stretch>
            <a:fillRect/>
          </a:stretch>
        </p:blipFill>
        <p:spPr>
          <a:xfrm>
            <a:off x="4508932" y="11291447"/>
            <a:ext cx="4432185" cy="828583"/>
          </a:xfrm>
          <a:prstGeom prst="rect">
            <a:avLst/>
          </a:prstGeom>
        </p:spPr>
      </p:pic>
    </p:spTree>
    <p:extLst>
      <p:ext uri="{BB962C8B-B14F-4D97-AF65-F5344CB8AC3E}">
        <p14:creationId xmlns:p14="http://schemas.microsoft.com/office/powerpoint/2010/main" val="4106430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74E10-725B-DD7D-9F6F-B9B62BADD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31E99-96E3-1EAA-3364-3487233A5B46}"/>
              </a:ext>
            </a:extLst>
          </p:cNvPr>
          <p:cNvSpPr>
            <a:spLocks noGrp="1"/>
          </p:cNvSpPr>
          <p:nvPr>
            <p:ph type="title"/>
          </p:nvPr>
        </p:nvSpPr>
        <p:spPr/>
        <p:txBody>
          <a:bodyPr/>
          <a:lstStyle/>
          <a:p>
            <a:r>
              <a:rPr lang="en-US" dirty="0"/>
              <a:t>Logbook Entry 5 — 09/12 — 15:50</a:t>
            </a:r>
          </a:p>
        </p:txBody>
      </p:sp>
      <p:sp>
        <p:nvSpPr>
          <p:cNvPr id="3" name="Content Placeholder 2">
            <a:extLst>
              <a:ext uri="{FF2B5EF4-FFF2-40B4-BE49-F238E27FC236}">
                <a16:creationId xmlns:a16="http://schemas.microsoft.com/office/drawing/2014/main" id="{1127660E-37C6-8E31-DBAB-0CEB848F3D31}"/>
              </a:ext>
            </a:extLst>
          </p:cNvPr>
          <p:cNvSpPr>
            <a:spLocks noGrp="1"/>
          </p:cNvSpPr>
          <p:nvPr>
            <p:ph idx="1"/>
          </p:nvPr>
        </p:nvSpPr>
        <p:spPr/>
        <p:txBody>
          <a:bodyPr>
            <a:normAutofit fontScale="92500" lnSpcReduction="20000"/>
          </a:bodyPr>
          <a:lstStyle/>
          <a:p>
            <a:pPr marL="0" indent="0">
              <a:buNone/>
            </a:pPr>
            <a:r>
              <a:rPr lang="en-US" b="1" dirty="0"/>
              <a:t>Title: Prototyping the Rolling Robot with LEGO</a:t>
            </a:r>
            <a:endParaRPr lang="en-US" dirty="0"/>
          </a:p>
          <a:p>
            <a:pPr marL="0" indent="0">
              <a:buNone/>
            </a:pPr>
            <a:r>
              <a:rPr lang="en-US" b="1" dirty="0"/>
              <a:t>Overview:</a:t>
            </a:r>
            <a:br>
              <a:rPr lang="en-US" dirty="0"/>
            </a:br>
            <a:r>
              <a:rPr lang="en-US" dirty="0"/>
              <a:t>Today I took a break from coding to focus on the physical prototyping of the rolling robot mechanism inside the ball. Using LEGO, I constructed a prototype designed to test how we might achieve stability and movement.</a:t>
            </a:r>
          </a:p>
          <a:p>
            <a:pPr marL="0" indent="0">
              <a:buNone/>
            </a:pPr>
            <a:r>
              <a:rPr lang="en-US" b="1" dirty="0"/>
              <a:t>1. Building the Initial LEGO Prototype</a:t>
            </a:r>
            <a:br>
              <a:rPr lang="en-US" dirty="0"/>
            </a:br>
            <a:r>
              <a:rPr lang="en-US" dirty="0"/>
              <a:t>I built a model with a large weight at the bottom to keep the centre of gravity low, which should help </a:t>
            </a:r>
            <a:r>
              <a:rPr lang="en-US" dirty="0" err="1"/>
              <a:t>stabilise</a:t>
            </a:r>
            <a:r>
              <a:rPr lang="en-US" dirty="0"/>
              <a:t> the ball. I also added </a:t>
            </a:r>
            <a:r>
              <a:rPr lang="en-US" dirty="0" err="1"/>
              <a:t>stabilising</a:t>
            </a:r>
            <a:r>
              <a:rPr lang="en-US" dirty="0"/>
              <a:t> wheels higher up in the structure to test how well the robot could maintain balance and roll smoothly.</a:t>
            </a:r>
          </a:p>
          <a:p>
            <a:pPr marL="0" indent="0">
              <a:buNone/>
            </a:pPr>
            <a:r>
              <a:rPr lang="en-US" b="1" dirty="0"/>
              <a:t>2. Comparing Configurations</a:t>
            </a:r>
            <a:br>
              <a:rPr lang="en-US" dirty="0"/>
            </a:br>
            <a:r>
              <a:rPr lang="en-US" dirty="0"/>
              <a:t>In parallel, Jake created a second LEGO model with a different internal configuration. This allowed us to experiment with different layouts and identify which design might give us better stability and control.</a:t>
            </a:r>
          </a:p>
          <a:p>
            <a:pPr marL="0" indent="0">
              <a:buNone/>
            </a:pPr>
            <a:r>
              <a:rPr lang="en-US" b="1" dirty="0"/>
              <a:t>3. Next Steps</a:t>
            </a:r>
            <a:br>
              <a:rPr lang="en-US" dirty="0"/>
            </a:br>
            <a:r>
              <a:rPr lang="en-US" dirty="0"/>
              <a:t>With the prototypes in hand, our next step will be to test these configurations to see how well each model performs and decide on the final design for the rolling robot mechanism. Once we have a stable prototype, I’ll return to the code to integrate the movement signals accordingly.</a:t>
            </a:r>
          </a:p>
          <a:p>
            <a:pPr marL="0" indent="0">
              <a:buNone/>
            </a:pPr>
            <a:endParaRPr lang="en-US" dirty="0"/>
          </a:p>
        </p:txBody>
      </p:sp>
    </p:spTree>
    <p:extLst>
      <p:ext uri="{BB962C8B-B14F-4D97-AF65-F5344CB8AC3E}">
        <p14:creationId xmlns:p14="http://schemas.microsoft.com/office/powerpoint/2010/main" val="3026130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0E45F-C01B-8DD6-09D1-6F11966F46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BEF4AF-0026-8008-97F2-F6B60ADE073B}"/>
              </a:ext>
            </a:extLst>
          </p:cNvPr>
          <p:cNvSpPr>
            <a:spLocks noGrp="1"/>
          </p:cNvSpPr>
          <p:nvPr>
            <p:ph type="title"/>
          </p:nvPr>
        </p:nvSpPr>
        <p:spPr/>
        <p:txBody>
          <a:bodyPr/>
          <a:lstStyle/>
          <a:p>
            <a:r>
              <a:rPr lang="en-US" dirty="0"/>
              <a:t>Logbook Entry 6 — 09/12 — 21:35</a:t>
            </a:r>
          </a:p>
        </p:txBody>
      </p:sp>
      <p:sp>
        <p:nvSpPr>
          <p:cNvPr id="3" name="Content Placeholder 2">
            <a:extLst>
              <a:ext uri="{FF2B5EF4-FFF2-40B4-BE49-F238E27FC236}">
                <a16:creationId xmlns:a16="http://schemas.microsoft.com/office/drawing/2014/main" id="{D4BAE720-4ECD-D404-DC41-E75EC0320152}"/>
              </a:ext>
            </a:extLst>
          </p:cNvPr>
          <p:cNvSpPr>
            <a:spLocks noGrp="1"/>
          </p:cNvSpPr>
          <p:nvPr>
            <p:ph idx="1"/>
          </p:nvPr>
        </p:nvSpPr>
        <p:spPr/>
        <p:txBody>
          <a:bodyPr>
            <a:normAutofit fontScale="70000" lnSpcReduction="20000"/>
          </a:bodyPr>
          <a:lstStyle/>
          <a:p>
            <a:r>
              <a:rPr lang="en-US" b="1" dirty="0"/>
              <a:t>Title: Integrating </a:t>
            </a:r>
            <a:r>
              <a:rPr lang="en-US" b="1" dirty="0" err="1"/>
              <a:t>ArUco</a:t>
            </a:r>
            <a:r>
              <a:rPr lang="en-US" b="1" dirty="0"/>
              <a:t> Code Detection and Determining Relative Positions</a:t>
            </a:r>
            <a:endParaRPr lang="en-US" dirty="0"/>
          </a:p>
          <a:p>
            <a:r>
              <a:rPr lang="en-US" b="1" dirty="0"/>
              <a:t>Overview:</a:t>
            </a:r>
            <a:br>
              <a:rPr lang="en-US" dirty="0"/>
            </a:br>
            <a:r>
              <a:rPr lang="en-US" dirty="0"/>
              <a:t>In order to meet Functional Requirement 1—ensuring the camera can determine the ball’s target and home positions—I started integrating the </a:t>
            </a:r>
            <a:r>
              <a:rPr lang="en-US" dirty="0" err="1"/>
              <a:t>ArUco</a:t>
            </a:r>
            <a:r>
              <a:rPr lang="en-US" dirty="0"/>
              <a:t> code detection scripts provided in the tutorial. I copied cv_python_template.py and cv_python_aruco_4_10.py into my working folder and created a duplicate script named Aruco_Detection.PY.</a:t>
            </a:r>
          </a:p>
          <a:p>
            <a:r>
              <a:rPr lang="en-US" b="1" dirty="0"/>
              <a:t>Setting Up </a:t>
            </a:r>
            <a:r>
              <a:rPr lang="en-US" b="1" dirty="0" err="1"/>
              <a:t>ArUco</a:t>
            </a:r>
            <a:r>
              <a:rPr lang="en-US" b="1" dirty="0"/>
              <a:t> Code Detection</a:t>
            </a:r>
            <a:br>
              <a:rPr lang="en-US" dirty="0"/>
            </a:br>
            <a:r>
              <a:rPr lang="en-US" dirty="0"/>
              <a:t>I began by removing unnecessary windows from the script to just display the </a:t>
            </a:r>
            <a:r>
              <a:rPr lang="en-US" dirty="0" err="1"/>
              <a:t>aruco</a:t>
            </a:r>
            <a:r>
              <a:rPr lang="en-US" dirty="0"/>
              <a:t> detection window, and calibrated the camera:</a:t>
            </a:r>
          </a:p>
          <a:p>
            <a:endParaRPr lang="en-US" dirty="0"/>
          </a:p>
          <a:p>
            <a:endParaRPr lang="en-US" dirty="0"/>
          </a:p>
          <a:p>
            <a:endParaRPr lang="en-US" dirty="0"/>
          </a:p>
          <a:p>
            <a:endParaRPr lang="en-US" dirty="0"/>
          </a:p>
          <a:p>
            <a:endParaRPr lang="en-US" dirty="0"/>
          </a:p>
          <a:p>
            <a:endParaRPr lang="en-US" dirty="0"/>
          </a:p>
          <a:p>
            <a:pPr marL="0" indent="0">
              <a:buNone/>
            </a:pPr>
            <a:r>
              <a:rPr lang="en-US" dirty="0"/>
              <a:t> </a:t>
            </a:r>
          </a:p>
          <a:p>
            <a:pPr marL="0" indent="0">
              <a:buNone/>
            </a:pPr>
            <a:endParaRPr lang="en-US" dirty="0"/>
          </a:p>
          <a:p>
            <a:pPr marL="0" indent="0">
              <a:buNone/>
            </a:pPr>
            <a:endParaRPr lang="en-US" dirty="0"/>
          </a:p>
          <a:p>
            <a:pPr marL="0" indent="0">
              <a:buNone/>
            </a:pPr>
            <a:r>
              <a:rPr lang="en-US" dirty="0"/>
              <a:t> </a:t>
            </a:r>
          </a:p>
          <a:p>
            <a:pPr marL="0" indent="0">
              <a:buNone/>
            </a:pPr>
            <a:endParaRPr lang="en-US" dirty="0"/>
          </a:p>
          <a:p>
            <a:pPr marL="0" indent="0">
              <a:buNone/>
            </a:pPr>
            <a:r>
              <a:rPr lang="en-US" dirty="0"/>
              <a:t> </a:t>
            </a:r>
          </a:p>
        </p:txBody>
      </p:sp>
      <p:pic>
        <p:nvPicPr>
          <p:cNvPr id="5" name="Picture 4" descr="A screenshot of a computer program&#10;&#10;AI-generated content may be incorrect.">
            <a:extLst>
              <a:ext uri="{FF2B5EF4-FFF2-40B4-BE49-F238E27FC236}">
                <a16:creationId xmlns:a16="http://schemas.microsoft.com/office/drawing/2014/main" id="{7D4ED1E9-7AAE-9486-70A4-0A27914B00D3}"/>
              </a:ext>
            </a:extLst>
          </p:cNvPr>
          <p:cNvPicPr>
            <a:picLocks noChangeAspect="1"/>
          </p:cNvPicPr>
          <p:nvPr/>
        </p:nvPicPr>
        <p:blipFill>
          <a:blip r:embed="rId2"/>
          <a:stretch>
            <a:fillRect/>
          </a:stretch>
        </p:blipFill>
        <p:spPr>
          <a:xfrm>
            <a:off x="842960" y="6433399"/>
            <a:ext cx="2479359" cy="2231128"/>
          </a:xfrm>
          <a:prstGeom prst="rect">
            <a:avLst/>
          </a:prstGeom>
        </p:spPr>
      </p:pic>
      <p:pic>
        <p:nvPicPr>
          <p:cNvPr id="7" name="Picture 6" descr="A screen shot of a computer program&#10;&#10;AI-generated content may be incorrect.">
            <a:extLst>
              <a:ext uri="{FF2B5EF4-FFF2-40B4-BE49-F238E27FC236}">
                <a16:creationId xmlns:a16="http://schemas.microsoft.com/office/drawing/2014/main" id="{90FA1E11-6E9F-B8E5-BD43-C7771A216CD6}"/>
              </a:ext>
            </a:extLst>
          </p:cNvPr>
          <p:cNvPicPr>
            <a:picLocks noChangeAspect="1"/>
          </p:cNvPicPr>
          <p:nvPr/>
        </p:nvPicPr>
        <p:blipFill>
          <a:blip r:embed="rId3"/>
          <a:stretch>
            <a:fillRect/>
          </a:stretch>
        </p:blipFill>
        <p:spPr>
          <a:xfrm>
            <a:off x="3322319" y="6433398"/>
            <a:ext cx="2779978" cy="2231127"/>
          </a:xfrm>
          <a:prstGeom prst="rect">
            <a:avLst/>
          </a:prstGeom>
        </p:spPr>
      </p:pic>
      <p:pic>
        <p:nvPicPr>
          <p:cNvPr id="9" name="Picture 8" descr="A screenshot of a computer program&#10;&#10;AI-generated content may be incorrect.">
            <a:extLst>
              <a:ext uri="{FF2B5EF4-FFF2-40B4-BE49-F238E27FC236}">
                <a16:creationId xmlns:a16="http://schemas.microsoft.com/office/drawing/2014/main" id="{A4E16204-3ECA-6EE0-4258-059929F0E1CF}"/>
              </a:ext>
            </a:extLst>
          </p:cNvPr>
          <p:cNvPicPr>
            <a:picLocks noChangeAspect="1"/>
          </p:cNvPicPr>
          <p:nvPr/>
        </p:nvPicPr>
        <p:blipFill>
          <a:blip r:embed="rId4"/>
          <a:stretch>
            <a:fillRect/>
          </a:stretch>
        </p:blipFill>
        <p:spPr>
          <a:xfrm>
            <a:off x="6102297" y="6433396"/>
            <a:ext cx="2178206" cy="1567604"/>
          </a:xfrm>
          <a:prstGeom prst="rect">
            <a:avLst/>
          </a:prstGeom>
        </p:spPr>
      </p:pic>
      <p:pic>
        <p:nvPicPr>
          <p:cNvPr id="11" name="Picture 10" descr="A hand pointing at a piece of paper&#10;&#10;AI-generated content may be incorrect.">
            <a:extLst>
              <a:ext uri="{FF2B5EF4-FFF2-40B4-BE49-F238E27FC236}">
                <a16:creationId xmlns:a16="http://schemas.microsoft.com/office/drawing/2014/main" id="{65D6B32C-4DB3-4097-3395-E61D4527188C}"/>
              </a:ext>
            </a:extLst>
          </p:cNvPr>
          <p:cNvPicPr>
            <a:picLocks noChangeAspect="1"/>
          </p:cNvPicPr>
          <p:nvPr/>
        </p:nvPicPr>
        <p:blipFill>
          <a:blip r:embed="rId5"/>
          <a:stretch>
            <a:fillRect/>
          </a:stretch>
        </p:blipFill>
        <p:spPr>
          <a:xfrm>
            <a:off x="2082639" y="8737831"/>
            <a:ext cx="4681959" cy="2719192"/>
          </a:xfrm>
          <a:prstGeom prst="rect">
            <a:avLst/>
          </a:prstGeom>
        </p:spPr>
      </p:pic>
    </p:spTree>
    <p:extLst>
      <p:ext uri="{BB962C8B-B14F-4D97-AF65-F5344CB8AC3E}">
        <p14:creationId xmlns:p14="http://schemas.microsoft.com/office/powerpoint/2010/main" val="4256421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96019-EB06-FC87-8EE9-10F819F145CB}"/>
              </a:ext>
            </a:extLst>
          </p:cNvPr>
          <p:cNvSpPr>
            <a:spLocks noGrp="1"/>
          </p:cNvSpPr>
          <p:nvPr>
            <p:ph type="title"/>
          </p:nvPr>
        </p:nvSpPr>
        <p:spPr/>
        <p:txBody>
          <a:bodyPr/>
          <a:lstStyle/>
          <a:p>
            <a:r>
              <a:rPr lang="en-US" dirty="0"/>
              <a:t>Logbook Entry 6 cont.</a:t>
            </a:r>
            <a:endParaRPr lang="en-GB" dirty="0"/>
          </a:p>
        </p:txBody>
      </p:sp>
      <p:sp>
        <p:nvSpPr>
          <p:cNvPr id="3" name="Content Placeholder 2">
            <a:extLst>
              <a:ext uri="{FF2B5EF4-FFF2-40B4-BE49-F238E27FC236}">
                <a16:creationId xmlns:a16="http://schemas.microsoft.com/office/drawing/2014/main" id="{190A25E3-C348-61B2-D333-0CC819106A2E}"/>
              </a:ext>
            </a:extLst>
          </p:cNvPr>
          <p:cNvSpPr>
            <a:spLocks noGrp="1"/>
          </p:cNvSpPr>
          <p:nvPr>
            <p:ph idx="1"/>
          </p:nvPr>
        </p:nvSpPr>
        <p:spPr>
          <a:xfrm>
            <a:off x="660083" y="2339551"/>
            <a:ext cx="8281035" cy="8122498"/>
          </a:xfrm>
        </p:spPr>
        <p:txBody>
          <a:bodyPr>
            <a:normAutofit fontScale="62500" lnSpcReduction="20000"/>
          </a:bodyPr>
          <a:lstStyle/>
          <a:p>
            <a:r>
              <a:rPr lang="en-US" b="1" dirty="0"/>
              <a:t>Establishing Logic for Relative Positioning</a:t>
            </a:r>
            <a:br>
              <a:rPr lang="en-US" dirty="0"/>
            </a:br>
            <a:r>
              <a:rPr lang="en-US" dirty="0"/>
              <a:t>I outlined the logical requirements needed to determine the relative positions of these two codes. The aim is to determine the relative x and y positions between the </a:t>
            </a:r>
            <a:r>
              <a:rPr lang="en-US" dirty="0" err="1"/>
              <a:t>Aruco</a:t>
            </a:r>
            <a:r>
              <a:rPr lang="en-US" dirty="0"/>
              <a:t> code of the robot, and its first target, whilst keeping them on the same z-plane so that we can ignore any vertical differences. This will allow us to convert their positions into relative angles, direction vectors, and total distances.</a:t>
            </a:r>
          </a:p>
          <a:p>
            <a:r>
              <a:rPr lang="en-US"/>
              <a:t>1. </a:t>
            </a:r>
            <a:endParaRPr lang="en-US" dirty="0"/>
          </a:p>
          <a:p>
            <a:endParaRPr lang="en-US" dirty="0"/>
          </a:p>
          <a:p>
            <a:endParaRPr lang="en-US" dirty="0"/>
          </a:p>
          <a:p>
            <a:endParaRPr lang="en-US" dirty="0"/>
          </a:p>
          <a:p>
            <a:r>
              <a:rPr lang="en-US" b="1" dirty="0"/>
              <a:t>3. Next Steps: Physical Testing and Calibration</a:t>
            </a:r>
            <a:br>
              <a:rPr lang="en-US" dirty="0"/>
            </a:br>
            <a:r>
              <a:rPr lang="en-US" dirty="0"/>
              <a:t>Next, I will need to test with physical </a:t>
            </a:r>
            <a:r>
              <a:rPr lang="en-US" dirty="0" err="1"/>
              <a:t>ArUco</a:t>
            </a:r>
            <a:r>
              <a:rPr lang="en-US" dirty="0"/>
              <a:t> codes to measure their dimensions and input this data for calibration. By constraining everything to the same plane, I can ensure that our calculations focus only on the relevant horizontal distances and directions.</a:t>
            </a:r>
          </a:p>
          <a:p>
            <a:endParaRPr lang="en-US" dirty="0"/>
          </a:p>
          <a:p>
            <a:endParaRPr lang="en-US" dirty="0"/>
          </a:p>
          <a:p>
            <a:endParaRPr lang="en-US" dirty="0"/>
          </a:p>
          <a:p>
            <a:endParaRPr lang="en-US" dirty="0"/>
          </a:p>
          <a:p>
            <a:endParaRPr lang="en-US" dirty="0"/>
          </a:p>
          <a:p>
            <a:endParaRPr lang="en-US" dirty="0"/>
          </a:p>
          <a:p>
            <a:pPr marL="0" indent="0">
              <a:buNone/>
            </a:pPr>
            <a:endParaRPr lang="en-US" dirty="0"/>
          </a:p>
          <a:p>
            <a:endParaRPr lang="en-US" dirty="0"/>
          </a:p>
          <a:p>
            <a:endParaRPr lang="en-US" dirty="0"/>
          </a:p>
          <a:p>
            <a:endParaRPr lang="en-US" dirty="0"/>
          </a:p>
          <a:p>
            <a:pPr marL="0" indent="0">
              <a:buNone/>
            </a:pPr>
            <a:r>
              <a:rPr lang="en-US" dirty="0"/>
              <a:t> </a:t>
            </a:r>
          </a:p>
          <a:p>
            <a:endParaRPr lang="en-GB" dirty="0"/>
          </a:p>
        </p:txBody>
      </p:sp>
    </p:spTree>
    <p:extLst>
      <p:ext uri="{BB962C8B-B14F-4D97-AF65-F5344CB8AC3E}">
        <p14:creationId xmlns:p14="http://schemas.microsoft.com/office/powerpoint/2010/main" val="1110981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AD638-A951-1CCA-5245-626E4D728F7A}"/>
              </a:ext>
            </a:extLst>
          </p:cNvPr>
          <p:cNvSpPr>
            <a:spLocks noGrp="1"/>
          </p:cNvSpPr>
          <p:nvPr>
            <p:ph type="title"/>
          </p:nvPr>
        </p:nvSpPr>
        <p:spPr/>
        <p:txBody>
          <a:bodyPr/>
          <a:lstStyle/>
          <a:p>
            <a:r>
              <a:rPr lang="en-GB" dirty="0"/>
              <a:t>To do list 05/01</a:t>
            </a:r>
          </a:p>
        </p:txBody>
      </p:sp>
      <p:sp>
        <p:nvSpPr>
          <p:cNvPr id="3" name="Content Placeholder 2">
            <a:extLst>
              <a:ext uri="{FF2B5EF4-FFF2-40B4-BE49-F238E27FC236}">
                <a16:creationId xmlns:a16="http://schemas.microsoft.com/office/drawing/2014/main" id="{E169DE9B-4E98-5EEE-3C0D-A6CCAC9E9EDE}"/>
              </a:ext>
            </a:extLst>
          </p:cNvPr>
          <p:cNvSpPr>
            <a:spLocks noGrp="1"/>
          </p:cNvSpPr>
          <p:nvPr>
            <p:ph idx="1"/>
          </p:nvPr>
        </p:nvSpPr>
        <p:spPr/>
        <p:txBody>
          <a:bodyPr/>
          <a:lstStyle/>
          <a:p>
            <a:r>
              <a:rPr lang="en-GB" dirty="0"/>
              <a:t>Calibrate camera</a:t>
            </a:r>
          </a:p>
          <a:p>
            <a:r>
              <a:rPr lang="en-GB" dirty="0"/>
              <a:t>Test that camera can find 2 </a:t>
            </a:r>
            <a:r>
              <a:rPr lang="en-GB" dirty="0" err="1"/>
              <a:t>aruco</a:t>
            </a:r>
            <a:r>
              <a:rPr lang="en-GB" dirty="0"/>
              <a:t> codes</a:t>
            </a:r>
          </a:p>
          <a:p>
            <a:r>
              <a:rPr lang="en-GB" dirty="0"/>
              <a:t>Display vectors for these</a:t>
            </a:r>
          </a:p>
          <a:p>
            <a:r>
              <a:rPr lang="en-GB" dirty="0"/>
              <a:t>Work out relative positions</a:t>
            </a:r>
          </a:p>
          <a:p>
            <a:r>
              <a:rPr lang="en-GB" dirty="0"/>
              <a:t>Figure out how to constrain them to single plane</a:t>
            </a:r>
          </a:p>
          <a:p>
            <a:r>
              <a:rPr lang="en-GB" dirty="0"/>
              <a:t>Work out relative distance and angle on said plane</a:t>
            </a:r>
          </a:p>
          <a:p>
            <a:r>
              <a:rPr lang="en-GB" dirty="0"/>
              <a:t>Convert relative position and angle to set of commands</a:t>
            </a:r>
          </a:p>
        </p:txBody>
      </p:sp>
    </p:spTree>
    <p:extLst>
      <p:ext uri="{BB962C8B-B14F-4D97-AF65-F5344CB8AC3E}">
        <p14:creationId xmlns:p14="http://schemas.microsoft.com/office/powerpoint/2010/main" val="323609937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7e3d22-4ea1-422d-b0ad-8fcc89406b9e}" enabled="0" method="" siteId="{377e3d22-4ea1-422d-b0ad-8fcc89406b9e}" removed="1"/>
</clbl:labelList>
</file>

<file path=docProps/app.xml><?xml version="1.0" encoding="utf-8"?>
<Properties xmlns="http://schemas.openxmlformats.org/officeDocument/2006/extended-properties" xmlns:vt="http://schemas.openxmlformats.org/officeDocument/2006/docPropsVTypes">
  <Template>Office Theme</Template>
  <TotalTime>1346</TotalTime>
  <Words>1017</Words>
  <Application>Microsoft Office PowerPoint</Application>
  <PresentationFormat>A3 Paper (297x420 mm)</PresentationFormat>
  <Paragraphs>66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[insert shared logbook early stages]</vt:lpstr>
      <vt:lpstr>Logbook Entry 3 — 08/12 — 12:42</vt:lpstr>
      <vt:lpstr>Logbook Entry 4 — 08/12 — 16:33</vt:lpstr>
      <vt:lpstr>Logbook Entry 5 — 09/12 — 15:50</vt:lpstr>
      <vt:lpstr>Logbook Entry 6 — 09/12 — 21:35</vt:lpstr>
      <vt:lpstr>Logbook Entry 6 cont.</vt:lpstr>
      <vt:lpstr>To do list 05/01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Finn Doig</dc:creator>
  <cp:lastModifiedBy>Finn Doig</cp:lastModifiedBy>
  <cp:revision>1</cp:revision>
  <dcterms:created xsi:type="dcterms:W3CDTF">2025-12-08T16:06:54Z</dcterms:created>
  <dcterms:modified xsi:type="dcterms:W3CDTF">2026-01-05T13:51:04Z</dcterms:modified>
</cp:coreProperties>
</file>